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D383E4-543A-A145-8DA1-B6F94F6BCCD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E9717-1F35-004B-A0BD-B019273337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52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itle slide: E Commerce And AI Implementation, with team nam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Names accent line"/>
          <p:cNvSpPr/>
          <p:nvPr/>
        </p:nvSpPr>
        <p:spPr>
          <a:xfrm>
            <a:off x="914400" y="5230368"/>
            <a:ext cx="32004" cy="1298448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Presented by label"/>
          <p:cNvSpPr txBox="1"/>
          <p:nvPr/>
        </p:nvSpPr>
        <p:spPr>
          <a:xfrm>
            <a:off x="1097280" y="52120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5" name="Team names"/>
          <p:cNvSpPr txBox="1"/>
          <p:nvPr/>
        </p:nvSpPr>
        <p:spPr>
          <a:xfrm>
            <a:off x="1097280" y="5468112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5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Akshit Jain</a:t>
            </a:r>
            <a:endParaRPr lang="en-US" sz="11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Ranjan Maurya</a:t>
            </a:r>
            <a:endParaRPr lang="en-US" sz="11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Ajatshatru Singh Jodha</a:t>
            </a:r>
            <a:endParaRPr lang="en-US" sz="11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Rai</a:t>
            </a:r>
            <a:endParaRPr lang="en-US" sz="1150" dirty="0"/>
          </a:p>
          <a:p>
            <a:pPr marL="0" indent="0">
              <a:spcAft>
                <a:spcPts val="350"/>
              </a:spcAft>
              <a:buNone/>
            </a:pPr>
            <a:r>
              <a:rPr lang="en-US" sz="11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Pinjare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out the S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jor Challenges of the S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-Powered E-Commerce Supply Ch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-Powered E-Commerce Inventory Manage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-Powered E-Commerce Customer Reten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impact on the E Commerce Sect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onclus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ank Yo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 Commerce And AI Implementation</dc:title>
  <dc:subject>PptxGenJS Presentation</dc:subject>
  <dc:creator>Akshit Jain</dc:creator>
  <cp:lastModifiedBy>Ayush Rai</cp:lastModifiedBy>
  <cp:revision>2</cp:revision>
  <dcterms:created xsi:type="dcterms:W3CDTF">2026-10-18T16:20:00Z</dcterms:created>
  <dcterms:modified xsi:type="dcterms:W3CDTF">2026-10-18T16:24:21Z</dcterms:modified>
</cp:coreProperties>
</file>